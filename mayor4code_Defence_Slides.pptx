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128016" cy="31089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44444"/>
                </a:solidFill>
                <a:latin typeface="Segoe UI"/>
              </a:rPr>
              <a:t>BSC PROJECT DEFENCE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607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0000"/>
                </a:solidFill>
                <a:latin typeface="Segoe UI"/>
              </a:rPr>
              <a:t>Design and Implementation of a Web-Based Interactive E-Learning Platform for Structured Python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297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Segoe UI"/>
              </a:rPr>
              <a:t>Presented by Giwa Mayowa Bopoola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egoe UI"/>
              </a:rPr>
              <a:t>Matric No: CSC/22/204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egoe UI"/>
              </a:rPr>
              <a:t>Supervisor: 'Dr. Adeolu Obamehinti'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egoe UI"/>
              </a:rPr>
              <a:t>Dept. of Computer Science — OAUSTECH, Okitipupa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Introduction to the mayor4code E-Learning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E-learning has transformed education by enabling self-paced, learner-centred instruction beyond the physical classroom (Garrison, 2017).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Learning to program is widely regarded as difficult for beginners due to the separation of theory and practice in traditional methods.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Interactive browser-based platforms provide immediate feedback, which significantly improves engagement and outcomes (Pressman &amp; Maxim, 2020).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mayor4code is a web-based interactive e-learning platform for structured Python programming that integrates lesson delivery, practical coding, and automated assessment within a single system.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The platform delivers twelve sequential lessons, quizzes, an in-browser code playground, certificates, and a gamified leaderboard.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Motivation and Problem Statement: Challenges in Programming Education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Many free programming resources present content in an unstructured manner, leaving learners uncertain about the order in which topics should be studied.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Theory and practice are often separated; configuring a local programming environment can be difficult and discouraging for beginners.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The absence of instant, automated feedback limits learners’ ability to identify and correct mistakes promptly.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Few resources enforce mastery before advancement or provide progress tracking, certification, or motivational features.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These challenges motivated the development of mayor4code as an integrated, structured, and interactive solution for Python beginners.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Aim and Objectives of the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5257800" cy="44805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737360"/>
            <a:ext cx="5257800" cy="44805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Segoe UI"/>
              </a:rPr>
              <a:t>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To design and implement a web-based interactive e-learning platform for structured Python programming that integrates lesson delivery, practical coding, and automated assessment within a single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444444"/>
                </a:solidFill>
                <a:latin typeface="Segoe UI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Design a platform with structured lessons and locked progression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Implement secure user authentication and authorisation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Develop an interactive in-browser Python playground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Create automated quizzes with instant scoring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Add progress tracking, certification, and a leaderboard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Evaluate functionality and usability through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Significance of the Study: Educational, Technological, and Economic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Educational Impact: Promotes structured, self-paced learning with mastery-based progression and instant feedback, improving comprehension and skill acquisition.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Technological Impact: Demonstrates the practical application of modern web technologies and secure code-execution in solving educational challenges.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Economic Impact: Reduces the cost of programming instruction by providing a free, web-based platform that serves many learners simultaneously.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Social Impact: Makes quality programming education accessible to anyone with an internet connection, regardless of location or financial means.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Literature Review: E-Learning, Gamification, and Related Platforms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E-learning systems support self-paced, learner-centred education and can be as effective as traditional instruction (Anderson, 2008; Garrison, 2017).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Constructivist theory (Piaget, 1952; Vygotsky, 1978) supports interactive, scaffolded learning environments like mayor4code.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Mastery learning (Bloom, 1968; Guskey, 2007) validates the locked-progression model that enforces prerequisite understanding.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Gamification through certificates and leaderboards boosts learner engagement and motivation (Deterding et al., 2011; Hamari et al., 2014).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Gap: Few free platforms integrate structured lessons, a code playground, automated assessment, certification, and gamification in one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Methodology: Agile Approach, Three-Tier Architecture, and System Flowchart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83080"/>
            <a:ext cx="3444240" cy="210312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63500" cy="2103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Agile SDLC — iterative development with continuous testing.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4360" y="1783080"/>
            <a:ext cx="3444240" cy="210312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360" y="1783080"/>
            <a:ext cx="63500" cy="2103120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2960" y="194767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960" y="246888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Three-tier: Presentation, Application (Django), Database.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2920" y="1783080"/>
            <a:ext cx="3444240" cy="210312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1783080"/>
            <a:ext cx="63500" cy="2103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1520" y="194767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1520" y="246888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Django, Python, HTML/CSS/JS; SQLite (dev) / PostgreSQL (prod).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160520"/>
            <a:ext cx="3444240" cy="210312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160520"/>
            <a:ext cx="63500" cy="2103120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2511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Progression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4632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Each lesson unlocks after passing the prior quiz at ≥60%.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4360" y="4160520"/>
            <a:ext cx="3444240" cy="210312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4360" y="4160520"/>
            <a:ext cx="63500" cy="2103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2960" y="432511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Playground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2960" y="484632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User code runs in an isolated subprocess with a time limit.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2920" y="4160520"/>
            <a:ext cx="3444240" cy="210312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22920" y="4160520"/>
            <a:ext cx="63500" cy="2103120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1520" y="432511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Flowchart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1520" y="484632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See Slide 10 for the complete system flowchart.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Implementation: System Interfaces (Screenshots)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83080"/>
            <a:ext cx="5257800" cy="44348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Segoe UI"/>
              </a:rPr>
              <a:t>Figure 1: Lesson Interface</a:t>
            </a:r>
          </a:p>
        </p:txBody>
      </p:sp>
      <p:pic>
        <p:nvPicPr>
          <p:cNvPr id="7" name="Picture 6" descr="06-less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441448"/>
            <a:ext cx="4617720" cy="49191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585216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Segoe UI"/>
              </a:rPr>
              <a:t>Structured Python lesson with previous/next navigation and progress indicator.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5257800" cy="44348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Segoe UI"/>
              </a:rPr>
              <a:t>Figure 2: Code Playground</a:t>
            </a:r>
          </a:p>
        </p:txBody>
      </p:sp>
      <p:pic>
        <p:nvPicPr>
          <p:cNvPr id="11" name="Picture 10" descr="07-play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441448"/>
            <a:ext cx="4617720" cy="2886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92240" y="585216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Segoe UI"/>
              </a:rPr>
              <a:t>In-browser Python editor that executes code safely and displays output.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Results and Discussion: Testing Results and Performance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83080"/>
            <a:ext cx="5257800" cy="44348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Segoe UI"/>
              </a:rPr>
              <a:t>Figure 3: Quiz Interface</a:t>
            </a:r>
          </a:p>
        </p:txBody>
      </p:sp>
      <p:pic>
        <p:nvPicPr>
          <p:cNvPr id="7" name="Picture 6" descr="06-less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441448"/>
            <a:ext cx="4617720" cy="49191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585216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Segoe UI"/>
              </a:rPr>
              <a:t>Multiple-choice quiz with instant scoring and pass-mark feedback.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5257800" cy="44348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Segoe UI"/>
              </a:rPr>
              <a:t>Figure 4: Learner Dashboard</a:t>
            </a:r>
          </a:p>
        </p:txBody>
      </p:sp>
      <p:pic>
        <p:nvPicPr>
          <p:cNvPr id="11" name="Picture 10" descr="05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441448"/>
            <a:ext cx="4617720" cy="55701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92240" y="585216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Segoe UI"/>
              </a:rPr>
              <a:t>Dashboard showing overall progress bar and lesson unlock status.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System Flowchart: User Journey Through the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83080"/>
            <a:ext cx="5257800" cy="44348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Segoe UI"/>
              </a:rPr>
              <a:t>System Flowchart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441448"/>
            <a:ext cx="4617720" cy="64215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585216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Segoe UI"/>
              </a:rPr>
              <a:t>Complete user journey from registration to certificate issuance.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Contributions to Knowledge and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5257800" cy="44805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737360"/>
            <a:ext cx="5257800" cy="44805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Segoe UI"/>
              </a:rPr>
              <a:t>Contributions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Integrated platform combining structured lessons, playground, assessment, certification, and gamification in one free system.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Mastery-based locked progression enforcing prerequisite understanding.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Secure in-browser code execution via isolated subprocesses.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Automated certification with unique verification codes.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Reference implementation of Django for educational web apps.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444444"/>
                </a:solidFill>
                <a:latin typeface="Segoe UI"/>
              </a:rPr>
              <a:t>Conclusion /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All objectives were achieved: structured lessons with locked progression, secure authentication, interactive playground, automated quiz scoring, progress tracking, certification, and a leaderboard were implemented and verified through testing.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Recommendations include adopting the platform for introductory programming, extending with more courses, and adding adaptive learning features.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800" b="1">
                <a:solidFill>
                  <a:srgbClr val="000000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00000"/>
                </a:solidFill>
                <a:latin typeface="Segoe UI"/>
              </a:rPr>
              <a:t>Questions &amp;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