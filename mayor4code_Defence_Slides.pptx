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28016" cy="31089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Segoe UI"/>
              </a:rPr>
              <a:t>BSC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0000"/>
                </a:solidFill>
                <a:latin typeface="Segoe UI"/>
              </a:rPr>
              <a:t>Design and Implementation of a Web-Based Interactive E-Learning Platform for Structured Python Programming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297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Segoe UI"/>
              </a:rPr>
              <a:t>Presented by Giwa Mayowa Bopoola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Matric No: CSC/22/204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Supervisor: 'Dr. Adeolu Obamehinti'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Dept. of Computer Science — OAUSTECH, Okitipupa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E-learning has transformed education by enabling self-paced, learner-centred instruction beyond the physical classroom (Garrison, 2017).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Learning to program is widely regarded as difficult for beginners due to the separation of theory and practice in traditional methods.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Interactive browser-based platforms provide immediate feedback, which significantly improves engagement and outcomes (Pressman &amp; Maxim, 2020).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mayor4code is a web-based interactive e-learning platform for structured Python programming that integrates lesson delivery, practical coding, and automated assessment within a single system.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 platform delivers twelve sequential lessons, quizzes, an in-browser code playground, certificates, and a gamified leaderboard.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Motivation / Statement of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Many free programming resources present content in an unstructured manner, leaving learners uncertain about the order in which topics should be studied.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Theory and practice are often separated; configuring a local programming environment can be difficult and discouraging for beginners.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 absence of instant, automated feedback limits learners’ ability to identify and correct mistakes promptly.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Few resources enforce mastery before advancement or provide progress tracking, certification, or motivational features.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These challenges motivated the development of mayor4code as an integrated, structured, and interactive solution for Python beginners.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Aim and Objectives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To design and implement a web-based interactive e-learning platform for structured Python programming that integrates lesson delivery, practical coding, and automated assessment within a single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Design a platform with structured lessons and locked progression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Implement secure user authentication and authorisation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Develop an interactive in-browser Python playground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Create automated quizzes with instant scoring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Add progress tracking, certification, and a leaderboard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Evaluate functionality and usability through testing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Significance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Educational Impact: Promotes structured, self-paced learning with mastery-based progression and instant feedback, improving comprehension and skill acquisition.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Technological Impact: Demonstrates the practical application of modern web technologies and secure code-execution in solving educational challenges.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Economic Impact: Reduces the cost of programming instruction by providing a free, web-based platform that serves many learners simultaneously.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Social Impact: Makes quality programming education accessible to anyone with an internet connection, regardless of location or financial means.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E-learning systems support self-paced, learner-centred education and can be as effective as traditional instruction (Anderson, 2008; Garrison, 2017).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Interactive coding platforms with instant feedback significantly improve programming education outcomes (Pressman &amp; Maxim, 2020).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Gamification through certificates and leaderboards boosts learner engagement and motivation (Deterding et al., 2011; Hamari et al., 2014).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 Django framework provides rapid development with built-in security and an object-relational mapper (Django Software Foundation, 2024).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Gap: Few free platforms integrate structured lessons, a code playground, automated assessment, certification, and gamification in one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Agile SDLC — iterative development with continuous testing.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36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4360" y="178308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96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96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Three-tier: Presentation, Application (Django), Database.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292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292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152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152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Django, Python, HTML/CSS/JS; SQLite (dev) / PostgreSQL (prod).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Progression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Each lesson unlocks after passing the prior quiz at ≥60%.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0436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4360" y="416052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96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Playground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296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User code runs in an isolated subprocess with a time limit.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292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292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152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Modules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152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Auth, Lessons, Quizzes, Playground, Certificates, Leaderboard.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1: Lesson Interface</a:t>
            </a:r>
          </a:p>
        </p:txBody>
      </p:sp>
      <p:pic>
        <p:nvPicPr>
          <p:cNvPr id="7" name="Picture 6" descr="06-les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41448"/>
            <a:ext cx="4617720" cy="49191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Structured Python lesson with previous/next navigation and progress indicator.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2: Code Playground</a:t>
            </a:r>
          </a:p>
        </p:txBody>
      </p:sp>
      <p:pic>
        <p:nvPicPr>
          <p:cNvPr id="11" name="Picture 10" descr="07-play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41448"/>
            <a:ext cx="4617720" cy="2886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In-browser Python editor that executes code safely and displays output.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Results &amp;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3: Quiz Interface</a:t>
            </a:r>
          </a:p>
        </p:txBody>
      </p:sp>
      <p:pic>
        <p:nvPicPr>
          <p:cNvPr id="7" name="Picture 6" descr="06-les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41448"/>
            <a:ext cx="4617720" cy="49191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Multiple-choice quiz with instant scoring and pass-mark feedback.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4: Learner Dashboard</a:t>
            </a:r>
          </a:p>
        </p:txBody>
      </p:sp>
      <p:pic>
        <p:nvPicPr>
          <p:cNvPr id="11" name="Picture 10" descr="05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41448"/>
            <a:ext cx="4617720" cy="55701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Dashboard showing overall progress bar and lesson unlock status.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Contributions to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An integrated e-learning platform combining structured lessons, a code playground, automated assessment, and gamification in one system.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mastery-based locked progression model that enforces understanding of prerequisite concepts before advancement.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secure in-browser code execution environment using isolated subprocesses with time limits and operation safeguards.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An automated certification system with unique verification codes and a gamified leaderboard for learner motivation.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Demonstration of the Django framework’s capability for building secure and scalable educational web applications.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Conclusion /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All objectives were achieved: structured lessons with locked progression, secure authentication, an interactive playground, automated quiz scoring, progress tracking, certification, and a leaderboard were implemented and verified through testing.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The platform provides a practical solution to key challenges in introductory programming education.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Anderson, T. (2008). The theory and practice of online learning (2nd ed.). Athabasca University Press.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Deterding, S. et al. (2011). Gamification. Proc. MindTrek, 9–15.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Django Software Foundation. (2024). Django docs. docs.djangoproject.com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Duckett, J. (2014). HTML and CSS: Design and build websites. Wiley.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Garrison, D. R. (2017). E-learning in the 21st century (3rd ed.). Routledge.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Hamari, J. et al. (2014). Does gamification work? HICSS, 3025–3034.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Pressman, R. S. &amp; Maxim, B. R. (2020). Software engineering (9th ed.). McGraw-Hill.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Sommerville, I. (2016). Software engineering (10th ed.). Pearson.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000000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00000"/>
                </a:solidFill>
                <a:latin typeface="Segoe UI"/>
              </a:rPr>
              <a:t>Questions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