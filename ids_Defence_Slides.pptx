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3108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44444"/>
                </a:solidFill>
                <a:latin typeface="Segoe UI"/>
              </a:rPr>
              <a:t>BSC PROJECT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Segoe UI"/>
              </a:rPr>
              <a:t>Design and Implementation of an AI-Based Intrusion Detection System for Encrypted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Presented by Oyeduntan Segun Elijah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Matric No: CSC/22/174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Supervisor: 'Dr. (Engr.) Modupe Agagu'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Dept. of Computer Science — OAUSTECH, Okitipupa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Network traffic is increasingly encrypted, creating a gap where traditional signature-based intrusion detection systems cannot inspect payloads.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Machine learning models can detect malicious patterns in flow-based features without decrypting traffic, preserving privacy while maintaining security.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XGBoost, a gradient-boosting ensemble, achieves state-of-the-art results on tabular network data with high accuracy and low inference latency.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This project presents an AI-based IDS that combines an XGBoost model trained on the CICIDS2017 dataset with an interactive Streamlit dashboard.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system supports CSV upload, PCAP file analysis, and live network capture, with an optional Gemini AI assistant for plain-English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Motivation / Statement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Encrypted traffic now accounts for over 90% of internet traffic, making deep-packet-inspection-based IDS largely ineffective.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Signature-based systems cannot detect novel or zero-day attacks, which increasingly exploit encrypted channels.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Existing ML-based IDS solutions often lack user-friendly interfaces, making them inaccessible to non-experts.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There is a need for a system that combines accurate ML detection, support for multiple input modes, and an intuitive interface.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These challenges motivated the development of an accessible, AI-powered IDS that works with encrypted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Aim and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To design and implement an AI-based intrusion detection system for encrypted traffic that integrates machine learning classification with an interactive dashboard and multiple input modes.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Preprocess the CICIDS2017 dataset for training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Train and tune an XGBoost classifier on flow-based features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Build a Streamlit dashboard with Matrix-themed UI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CSV upload, PCAP parsing, and live capture modes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Integrate an AI assistant for attack explanation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Evaluate model performance using standard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Technological Impact: Demonstrates the practical application of gradient boosting for encrypted traffic analysis in a real-world tool.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Economic Impact: Reduces the cost of network security monitoring by providing a free, open-source alternative to commercial IDS solutions.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Educational Impact: Serves as a learning platform for understanding ML-based network security concepts and traffic analysis.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Social Impact: Makes advanced network security accessible to small organisations and individuals who cannot afford expensive security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Buczak &amp; Guven (2016) surveyed ML methods for cybersecurity, identifying random forests and neural networks as effective for intrusion detection.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Chen &amp; Guestrin (2016) introduced XGBoost, a scalable tree boosting system that became a benchmark for tabular data classification.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Sharafaldin et al. (2018) created CICIDS2017, a realistic IDS dataset with 71 flow features and 14 attack types, enabling reproducible research.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Zhang et al. (2019) applied XGBoost to network intrusion detection, achieving high accuracy on multiple benchmark datasets.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Gap: Few existing solutions combine high-accuracy ML with a modern interactive dashboard and multi-mode input (CSV, PCAP, live capture).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Agile SDLC with iterative development and continuous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78308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Streamlit frontend + XGBoost backend + tshark for capture.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52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CICIDS2017: 3.37M flows, 71 features, 14 attack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XGBoost classifier: 99.9% accuracy, 0.9999 ROC-AUC.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416052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Input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CSV upload, PCAP parsing via tshark, live NIC capture.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292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52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52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Google Gemini for plain-English attack explanations.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1: Full Dashboard</a:t>
            </a:r>
          </a:p>
        </p:txBody>
      </p:sp>
      <p:pic>
        <p:nvPicPr>
          <p:cNvPr id="7" name="Picture 6" descr="01-ful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2597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Matrix-themed IDS dashboard with hero section, feature cards, and attack tiles.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2: PCAP &amp; Live Tabs</a:t>
            </a:r>
          </a:p>
        </p:txBody>
      </p:sp>
      <p:pic>
        <p:nvPicPr>
          <p:cNvPr id="11" name="Picture 10" descr="02-pcap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2597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PCAP upload interface and live network capture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Accuracy: 99.9% — 999 out of 1000 flows correctly classified.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ROC-AUC: 0.9999 — near-perfect discrimination between benign and malicious.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Precision: 0.999 | Recall: 0.999 | F1-Score: 0.999.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Confusion matrix shows near-diagonal dominance (minimal FP/FN).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Feature importance: flow duration, backward packet length, inter-arrival times.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All three modes (CSV, PCAP, Live) passed unit, integration, and UAT testing.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AI assistant provides accurate plain-language explanations of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Contributions to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fully functional AI-based IDS achieving 99.9% accuracy and 0.9999 ROC-AUC on the CICIDS2017 benchmark dataset.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Integration of three detection modes (CSV, PCAP, live) within a single unified dashboard accessible to non-experts.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Matrix-themed interactive interface that combines real-time detection with visual analytics and an AI-powered explanation system.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Demonstration of XGBoost effectiveness for encrypted traffic analysis, with flow-based features requiring no decryption.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practical, open-source tool that bridges the gap between ML research and usable network security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Conclusion /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All six objectives were achieved: the CICIDS2017 dataset was preprocessed, an XGBoost model was trained and tuned, a Streamlit dashboard was built with the Matrix theme, CSV/PCAP/live modes were implemented, a Gemini AI assistant was integrated, and the model was evaluated achieving 99.9% accuracy and 0.9999 ROC-AUC.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The system provides a practical, accurate, and accessible solution for encrypted traffic intrusion detection.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Buczak, A. L. &amp; Guven, E. (2016). IEEE COMST, 18(2), 1153–1176.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Chen, T. &amp; Guestrin, C. (2016). KDD 2016, 785–794.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Pressman, R. S. &amp; Maxim, B. R. (2020). Software engineering (9th ed.). McGraw-Hill.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Sharafaldin, I. et al. (2018). ICISSp, 108–116.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Sommerville, I. (2016). Software engineering (10th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Stallings, W. (2017). Network security essentials (6th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Zhang, Y. et al. (2019). IEEE Access, 7, 164380–164391.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Segoe UI"/>
              </a:rPr>
              <a:t>Questions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