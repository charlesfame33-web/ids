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128016" cy="31089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44444"/>
                </a:solidFill>
                <a:latin typeface="Segoe UI"/>
              </a:rPr>
              <a:t>BSC PROJECT DEFENCE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607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0000"/>
                </a:solidFill>
                <a:latin typeface="Segoe UI"/>
              </a:rPr>
              <a:t>AI-Driven Agricultural Supply Chain &amp; Produce Scheduling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297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Segoe UI"/>
              </a:rPr>
              <a:t>Presented by Obayomi Samuel Oluwagbotemi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egoe UI"/>
              </a:rPr>
              <a:t>Matric No: CSC/22/124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egoe UI"/>
              </a:rPr>
              <a:t>Supervisor: 'Dr. Adeolu Obamehinti'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egoe UI"/>
              </a:rPr>
              <a:t>Dept. of Computer Science — OAUSTECH, Okitipupa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Agricultural supply chains for fresh produce suffer significant post-harvest losses due to poor coordination, inefficient logistics, and lack of visibility.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Farmers, buyers, transporters, and warehouse managers often operate in isolation, relying on manual and informal processes.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Web-based platforms and data-driven techniques can improve coordination and reduce waste (Pressman &amp; Maxim, 2020).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AgriFlow AI is an intelligent web platform that unifies supply chain participants and applies deterministic decision rules to improve efficiency.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The system integrates a marketplace, perishable-first scheduling, demand forecasting, spoilage tracking, and an AI assistant grounded in live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Motivation / Statement of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 substantial proportion of fresh produce is lost between harvest and consumption due to poor logistics and weak coordination.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Deliveries are frequently scheduled without regard to perishability; the most time-critical produce is not prioritised.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Demand is rarely anticipated systematically, causing both shortages and surpluses that increase waste.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Operational data is often complex and difficult for non-experts to interpret, limiting its usefulness for decision-making.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These challenges motivated the development of AgriFlow AI as an integrated, intelligent, and practical platform for produce supply chain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Aim and Objectives of the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5257800" cy="44805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5257800" cy="44805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Segoe UI"/>
              </a:rPr>
              <a:t>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To design and implement an intelligent web-based agricultural supply chain platform that unifies participants and applies data-driven decision rules to improve efficiency and reduce post-harvest losses.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444444"/>
                </a:solidFill>
                <a:latin typeface="Segoe UI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Design a role-based platform for 5 user types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Implement a produce marketplace with order management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Develop a deterministic perishable-first scheduling engine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Implement demand forecasting and shelf-life spoilage tracking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Integrate an AI assistant grounded in live operational data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Evaluate functionality and reliability through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Significance of the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Economic Impact: Reduces post-harvest losses through perishable-first scheduling and spoilage tracking, improving incomes and lowering costs.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Social Impact: Strengthens coordination among supply chain participants and contributes to food security by reducing food waste.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Technological Impact: Demonstrates integration of web technologies, deterministic optimisation, and grounded AI for agricultural challenges.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Practical Impact: Provides a working model for combining reliable rule-based logic with accessible natural-language explanations for non-expert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Post-harvest loss is a central concern in agricultural supply chains; effective management minimises losses through improved coordination (Christopher, 2016).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Electronic marketplaces improve access but do not solve logistical challenges; integrated platforms deliver greater value (Sommerville, 2016).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Deterministic rules such as perishable-first scheduling, moving averages, and haversine distance give reliable, explainable decisions.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AI must be grounded in verified data to avoid fabrication; it should explain rather than decide (Russell &amp; Norvig, 2021).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Gap: Few systems integrate marketplace, perishability-aware logistics, forecasting, and grounded AI assistance in one platform.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3444240" cy="210312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63500" cy="2103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Agile SDLC with automated end-to-end testing across all roles.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4360" y="1783080"/>
            <a:ext cx="3444240" cy="210312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783080"/>
            <a:ext cx="63500" cy="210312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960" y="194767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960" y="246888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Serverless: Next.js server components + cloud database.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2920" y="1783080"/>
            <a:ext cx="3444240" cy="210312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783080"/>
            <a:ext cx="63500" cy="2103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1520" y="194767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1520" y="246888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Next.js 14, TypeScript, Tailwind; Supabase PostgreSQL + RLS.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160520"/>
            <a:ext cx="3444240" cy="210312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160520"/>
            <a:ext cx="63500" cy="210312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2511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Scheduling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Perishable-first; nearest warehouse; least-busy transporter.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4360" y="4160520"/>
            <a:ext cx="3444240" cy="210312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4360" y="4160520"/>
            <a:ext cx="63500" cy="2103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2960" y="432511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Forecasting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2960" y="484632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Simple &amp; weighted moving averages over 8 weeks.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2920" y="4160520"/>
            <a:ext cx="3444240" cy="210312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2920" y="4160520"/>
            <a:ext cx="63500" cy="210312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1520" y="432511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AI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1520" y="484632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Google Gemini — explains live data only; all decisions are deterministic.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5257800" cy="44348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Segoe UI"/>
              </a:rPr>
              <a:t>Figure 1: Farmer &amp; Buyer Dashboards</a:t>
            </a:r>
          </a:p>
        </p:txBody>
      </p:sp>
      <p:pic>
        <p:nvPicPr>
          <p:cNvPr id="7" name="Picture 6" descr="dash-fa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41448"/>
            <a:ext cx="4617720" cy="2886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585216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Segoe UI"/>
              </a:rPr>
              <a:t>Role-based dashboards for crop management, marketplace browsing, and orders.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257800" cy="44348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Segoe UI"/>
              </a:rPr>
              <a:t>Figure 2: Scheduling &amp; AI Assistant</a:t>
            </a:r>
          </a:p>
        </p:txBody>
      </p:sp>
      <p:pic>
        <p:nvPicPr>
          <p:cNvPr id="11" name="Picture 10" descr="dash-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441448"/>
            <a:ext cx="4617720" cy="2886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585216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Segoe UI"/>
              </a:rPr>
              <a:t>Perishable-first scheduling engine and AI assistant grounded in live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Results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5257800" cy="44348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Segoe UI"/>
              </a:rPr>
              <a:t>Figure 3: Warehouse Inventory</a:t>
            </a:r>
          </a:p>
        </p:txBody>
      </p:sp>
      <p:pic>
        <p:nvPicPr>
          <p:cNvPr id="7" name="Picture 6" descr="warehouse-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41448"/>
            <a:ext cx="4617720" cy="2886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585216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Segoe UI"/>
              </a:rPr>
              <a:t>Inventory management with live shelf-life alerts and spoilage tracking.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257800" cy="44348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Segoe UI"/>
              </a:rPr>
              <a:t>Figure 4: Transport &amp; Admin Views</a:t>
            </a:r>
          </a:p>
        </p:txBody>
      </p:sp>
      <p:pic>
        <p:nvPicPr>
          <p:cNvPr id="11" name="Picture 10" descr="dash-transpor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441448"/>
            <a:ext cx="4617720" cy="2886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585216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Segoe UI"/>
              </a:rPr>
              <a:t>Delivery workflow, route map, and admin scheduling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Contributions to Knowledge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 unified, role-based platform integrating marketplace, logistics, inventory, and analytics for agricultural supply chain management.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 deterministic perishable-first scheduling engine that prioritises deliveries by remaining shelf life and optimises warehouse and transporter assignments.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Demand forecasting using simple and weighted moving averages, with trend indicators for accessible planning support.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Continuous shelf-life spoilage tracking that classifies stored items as fresh, expiring, or spoiled for proactive decision-making.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An AI assistant grounded in live operational data that provides natural-language explanations, making complex data accessible to all users.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Segoe UI"/>
              </a:rPr>
              <a:t>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Conclusion /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5257800" cy="44805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5257800" cy="44805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Segoe U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All objectives were achieved: a role-based platform for five user types, a marketplace with order management, a perishable-first scheduling engine, demand forecasting, spoilage tracking, and an explanatory AI assistant were implemented and tested.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The platform demonstrates that combining a unified digital system with deterministic optimisation and grounded AI improves supply chain efficiency.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444444"/>
                </a:solidFill>
                <a:latin typeface="Segoe UI"/>
              </a:rP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Christopher, M. (2016). Logistics and supply chain management (5th ed.). Pearson.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Elmasri, R. &amp; Navathe, S. B. (2017). Fundamentals of database systems (7th ed.). Pearson.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Google. (2024). Gemini API documentation. ai.google.dev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Pressman, R. S. &amp; Maxim, B. R. (2020). Software engineering (9th ed.). McGraw-Hill.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Russell, S. J. &amp; Norvig, P. (2021). Artificial intelligence: A modern approach (4th ed.). Pearson.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Sommerville, I. (2016). Software engineering (10th ed.). Pearson.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Supabase. (2024). Supabase documentation. supabase.com/docs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>
                <a:solidFill>
                  <a:srgbClr val="000000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00000"/>
                </a:solidFill>
                <a:latin typeface="Segoe UI"/>
              </a:rPr>
              <a:t>Questions &amp;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